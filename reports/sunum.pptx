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-710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Akıllı Doküman Soru-Cevap Sistemi</a:t>
            </a:r>
          </a:p>
          <a:p>
            <a:pPr>
              <a:spcBef>
                <a:spcPts val="800"/>
              </a:spcBef>
              <a:defRPr sz="2800">
                <a:solidFill>
                  <a:srgbClr val="2F6FED"/>
                </a:solidFill>
                <a:latin typeface="Calibri"/>
              </a:defRPr>
            </a:pPr>
            <a:r>
              <a:t>(Mini RAG)</a:t>
            </a:r>
          </a:p>
          <a:p>
            <a:pPr>
              <a:spcBef>
                <a:spcPts val="2400"/>
              </a:spcBef>
              <a:defRPr sz="1600">
                <a:solidFill>
                  <a:srgbClr val="A8B3C7"/>
                </a:solidFill>
                <a:latin typeface="Calibri"/>
              </a:defRPr>
            </a:pPr>
            <a:r>
              <a:t>Yapay Zeka Staj Projesi  · 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Gündem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1. Problem ve amaç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2. RAG nedir?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3. Sistem mimarisi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4. Kullanılan teknolojiler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5. Modüller ve akış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6. Demo ve test sonuçları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7. Kazanımlar ve gelecek işler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8B3C7"/>
                </a:solidFill>
                <a:latin typeface="Calibri"/>
              </a:defRPr>
            </a:pPr>
            <a:r>
              <a:t>Mini RAG  ·  Yapay Zeka Staj Projesi  · 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ve Amaç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PDF’lerdeki bilgiye doğal dilde hızlı erişim ihtiyacı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Genel sohbet botları kurumsal/özel belgelere dayanmadan uydurabilir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Anahtar kelime araması bağlamı kaçırabilir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Amaç: Yalnızca yüklenen PDF’lere dayanan,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kaynak sayfa gösteren, kapsam dışı sorularda uyaran Mini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8B3C7"/>
                </a:solidFill>
                <a:latin typeface="Calibri"/>
              </a:defRPr>
            </a:pPr>
            <a:r>
              <a:t>Mini RAG  ·  Yapay Zeka Staj Projesi  · 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RAG Nedir?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Retrieval-Augmented Generation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1) Soruya benzer belge parçalarını bul (retrieval)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2) Bu parçaları bağlama ekle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3) LLM yalnızca bu bağlama göre cevap üretsin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Fayda: kaynaklanabilirlik ↑  ·  halüsinasyon ↓  ·  yeni PDF = yeniden eğitim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8B3C7"/>
                </a:solidFill>
                <a:latin typeface="Calibri"/>
              </a:defRPr>
            </a:pPr>
            <a:r>
              <a:t>Mini RAG  ·  Yapay Zeka Staj Projesi  · 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Sistem Mimarisi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PDF Yükle → Metin Çıkar → Chunk → Embedding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→ ChromaDB → Soru → Benzer Parçalar (top-k)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→ LLM + Bağlam → Kaynaklı Cevap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Katmanlar: app.py  |  pdf_processor  |  vectorstore  |  qa_chain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Ayarlar: config.py + .env   ·   Kalıcı DB: chroma_db/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8B3C7"/>
                </a:solidFill>
                <a:latin typeface="Calibri"/>
              </a:defRPr>
            </a:pPr>
            <a:r>
              <a:t>Mini RAG  ·  Yapay Zeka Staj Projesi  · 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Teknolojiler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Python 3.12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Streamlit — sohbet arayüzü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LangChain — chunking, embedding, LLM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PyMuPDF — sayfa bazlı PDF metin çıkarma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ChromaDB — vektör veritabanı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OpenAI veya Ollama — model /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8B3C7"/>
                </a:solidFill>
                <a:latin typeface="Calibri"/>
              </a:defRPr>
            </a:pPr>
            <a:r>
              <a:t>Mini RAG  ·  Yapay Zeka Staj Projesi  · 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Tasarım Kararları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CHUNK_SIZE = 1000  ·  OVERLAP = 150  ·  TOP_K = 4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Sayfa numarası metadata’da tutulur → kaynak gösterimi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Prompt: “yalnızca bağlam; yoksa kapsam dışı de”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Temperature = 0 → daha tutarlı cevaplar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Ollama alternatifi → ücretsiz / yerel demo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OCR yok (bilinçli sınırlama)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8B3C7"/>
                </a:solidFill>
                <a:latin typeface="Calibri"/>
              </a:defRPr>
            </a:pPr>
            <a:r>
              <a:t>Mini RAG  ·  Yapay Zeka Staj Projesi  · 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Kullanım Akışı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1. PDF yükle (tek / çoklu)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2. “PDF’leri İşle ve Veritabanına Ekle”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3. Soru sor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4. Cevabı ve Kaynaklar panelini incele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5. Gerekirse veritabanını temizle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Kurulum: calistir.bat  veya  streamlit run 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8B3C7"/>
                </a:solidFill>
                <a:latin typeface="Calibri"/>
              </a:defRPr>
            </a:pPr>
            <a:r>
              <a:t>Mini RAG  ·  Yapay Zeka Staj Projesi  · 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Örnek Veri 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8 Türkçe örnek PDF (data/):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KVKK, kahve rehberi, Wikipedia maddeleri, ürün kılavuzu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Demo soruları: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İstanbul ne zaman fethedildi?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Osmanlı ne zaman kuruldu?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Xiaomi robot süpürge nasıl kullanılır?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Bugün hava nasıl? → kapsam dışı uyarı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8B3C7"/>
                </a:solidFill>
                <a:latin typeface="Calibri"/>
              </a:defRPr>
            </a:pPr>
            <a:r>
              <a:t>Mini RAG  ·  Yapay Zeka Staj Projesi  · 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Sonuçları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12 test senaryosu · test_senaryolari.md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✓ Tek / çoklu PDF yükleme (≥5)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✓ Doğrudan ve dolaylı sorular + kaynak sayfa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✓ Doküman dışı uyarı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✓ Boş DB ve DB temizleme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✓ Büyük PDF ve ürün kılavuzu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Kanıtlar: test_kanitlari/ ekran görüntüleri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8B3C7"/>
                </a:solidFill>
                <a:latin typeface="Calibri"/>
              </a:defRPr>
            </a:pPr>
            <a:r>
              <a:t>Mini RAG  ·  Yapay Zeka Staj Projesi  · 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Kazanımlar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LLM, embedding ve vektör DB pratik deneyimi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Uçtan uca RAG pipeline kurulumu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Kaynaklı ve güvenli cevap üretimi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Streamlit ile çalışan demo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Teknik rapor + test dokümantasyonu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8B3C7"/>
                </a:solidFill>
                <a:latin typeface="Calibri"/>
              </a:defRPr>
            </a:pPr>
            <a:r>
              <a:t>Mini RAG  ·  Yapay Zeka Staj Projesi  · 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Gelecek Çalışmalar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011680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OCR (taranmış PDF)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DOCX / TXT desteği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Streaming cevap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Re-ranking / hibrit arama</a:t>
            </a:r>
          </a:p>
          <a:p>
            <a:pPr>
              <a:spcAft>
                <a:spcPts val="1000"/>
              </a:spcAft>
              <a:defRPr sz="2000">
                <a:solidFill>
                  <a:srgbClr val="E8EEF7"/>
                </a:solidFill>
                <a:latin typeface="Calibri"/>
              </a:defRPr>
            </a:pPr>
            <a:r>
              <a:t>• Otomatik değerlendirme (golden Q&amp;A)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8B3C7"/>
                </a:solidFill>
                <a:latin typeface="Calibri"/>
              </a:defRPr>
            </a:pPr>
            <a:r>
              <a:t>Mini RAG  ·  Yapay Zeka Staj Projesi  ·  12/13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583</Words>
  <Application>Microsoft Office PowerPoint</Application>
  <PresentationFormat>Özel</PresentationFormat>
  <Paragraphs>97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3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aybike bolat</cp:lastModifiedBy>
  <cp:revision>2</cp:revision>
  <dcterms:created xsi:type="dcterms:W3CDTF">2013-01-27T09:14:16Z</dcterms:created>
  <dcterms:modified xsi:type="dcterms:W3CDTF">2026-07-28T14:07:31Z</dcterms:modified>
  <cp:category/>
</cp:coreProperties>
</file>